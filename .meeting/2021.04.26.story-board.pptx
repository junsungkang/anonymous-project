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1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79FDB-BD2B-FC4A-9BAC-EF25ACDBB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C56568-4941-4C47-A98A-62C84329D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4848F4-9F87-5145-BE5E-A5CF0052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CC1B80-1D97-B44A-A589-1E5EDC62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5934CF-3C31-D34E-A9C2-BDEA577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943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0B7F3-B0B3-0548-A5C2-2430381A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E57CC-1B01-0C40-AD94-153DF56E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4A7CE0-6CD6-CE44-9F33-3E631259C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6653D3-33CB-9B45-9A3C-3996AA167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31F6AA-C3C3-2C4E-91DE-D375AD26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896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F5EF3-3DAC-E546-A932-DBA73350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C87225-215C-2E46-997B-960C1C968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EC42C9-7285-2E42-91A1-E610B188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55312-FBC7-A047-8746-D346449F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CF194D-CE5C-124D-8DD9-3A0D589C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3995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AFF21-3F24-B54D-9C36-D656733E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84EB9-9AFE-8948-B7D9-D4D05633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1AFD93-0782-E044-A36C-30ED27AC5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956453-7C6F-7F4E-ACBF-2F770F68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5BEF8-199F-8949-986C-F17C198E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829CE0-CD7C-6B4E-94C3-73AEFC5C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214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69368-B065-144F-BE99-0FF10192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AB6C24-1EB4-274F-8A39-8BEA1C680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105DDE-4928-5D41-A86C-ED598A88E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3E5C98-0447-AA46-93C2-6562D5E9A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B203BD-1C5F-E14F-9864-B25C343FA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F1B97B-5DF3-944B-AEF9-3D10B557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65C942-3C4B-0E4B-BC4A-5029358A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6B6AC5-311E-1B45-A48D-72F1E1E5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074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0DF3B-6CA7-3B40-8E23-E6ACD0BF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B3FB6D-F288-B74E-91A2-1C6D3600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D5E34D-DC2B-F145-8714-EFF3A330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039E19-8FA0-4F41-86FD-B87014C9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372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C0D23D-FC78-9741-B9A9-3003114A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D5C7FC-6129-5C40-A589-B595CFC3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14DDD6-8D57-B54C-9289-EDFCFCB9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871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A6B53-0406-6E41-8EDD-0ACB19BE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121A97-8143-F940-A63A-04711F9DC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8DB76A-D7D4-5A4A-8865-2DB0448E3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D1BDB6-B0D7-FD4C-8DCE-59CCBA54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83D961-0869-AB4E-BFB2-3554699B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B7A0B9-EC0E-1A44-97DB-5BDBCBF5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401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BA1EC-8E1D-9B4C-98A0-B1484BE35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802134-5C83-F544-80C1-CC983ABF4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38DD8-1D4E-804B-A3D7-32FA8D12E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DBE1BB-32D6-A149-8955-733F7D49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214FD-C061-534C-8B59-F20125C7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59A208-529B-BE41-A94B-59FCC2CA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87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EA373-045D-0343-AE8E-39F06883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0C6FAA-93CC-DB4B-88D3-A6F4B90D4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8FD338-C974-8E4A-8C48-49F52A14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51BFC4-D4ED-9A46-BADB-9DEA3ACB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49060-03F2-8942-9467-5A5E26E5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263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7A2866-3F6C-2348-BF86-2260A195A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227CAA-5EAD-8E40-8193-9F36A0DC7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8DB4F6-DF1A-0A40-8B8A-C8E09D7B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F8249-B26C-1A4C-871E-8A876C13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AFB6E5-7DF2-F844-9622-E10FD6E1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484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BFACEB-6E5F-7E49-8763-9865BA58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9B1EE5-DCB7-014E-BD27-5C7BEB1A5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47C64F-FE63-8742-903C-C9E0BD3D7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EB588-0D64-8441-BA32-7887DA38D374}" type="datetimeFigureOut">
              <a:rPr kumimoji="1" lang="ko-KR" altLang="en-US" smtClean="0"/>
              <a:t>2021. 4. 26.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960CB-DDFC-964D-81CF-F04204C61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6CEDB9-E609-5347-8DAD-14189473A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7033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7CDDB-7230-954C-B703-963D48F0F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5229"/>
            <a:ext cx="9144000" cy="788534"/>
          </a:xfrm>
        </p:spPr>
        <p:txBody>
          <a:bodyPr>
            <a:noAutofit/>
          </a:bodyPr>
          <a:lstStyle/>
          <a:p>
            <a:pPr algn="l"/>
            <a:r>
              <a:rPr kumimoji="1" lang="ko-KR" altLang="en-US" sz="3600" b="1" dirty="0" err="1"/>
              <a:t>프리엔드</a:t>
            </a:r>
            <a:r>
              <a:rPr kumimoji="1" lang="en-US" altLang="ko-KR" sz="3600" b="1" dirty="0"/>
              <a:t>/</a:t>
            </a:r>
            <a:r>
              <a:rPr kumimoji="1" lang="ko-KR" altLang="en-US" sz="3600" b="1" dirty="0" err="1"/>
              <a:t>다소니</a:t>
            </a:r>
            <a:r>
              <a:rPr kumimoji="1" lang="ko-KR" altLang="en-US" sz="3600" b="1" dirty="0"/>
              <a:t> 사용자 시나리오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EF9F26-4562-5C46-895E-DCAF82892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en-US" altLang="ko-KR" sz="1800" dirty="0"/>
              <a:t>2021.04.26</a:t>
            </a:r>
            <a:endParaRPr kumimoji="1"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9053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오각형[P] 3">
            <a:extLst>
              <a:ext uri="{FF2B5EF4-FFF2-40B4-BE49-F238E27FC236}">
                <a16:creationId xmlns:a16="http://schemas.microsoft.com/office/drawing/2014/main" id="{5C9218E8-D722-DD4B-896D-D5C0D50A7A24}"/>
              </a:ext>
            </a:extLst>
          </p:cNvPr>
          <p:cNvSpPr/>
          <p:nvPr/>
        </p:nvSpPr>
        <p:spPr>
          <a:xfrm>
            <a:off x="1144550" y="511715"/>
            <a:ext cx="2040767" cy="435428"/>
          </a:xfrm>
          <a:prstGeom prst="homePlate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(</a:t>
            </a:r>
            <a:r>
              <a:rPr kumimoji="1" lang="ko-KR" altLang="en-US" sz="1400" dirty="0" err="1"/>
              <a:t>미리보기</a:t>
            </a:r>
            <a:r>
              <a:rPr kumimoji="1" lang="en-US" altLang="ko-KR" sz="1400" dirty="0"/>
              <a:t>)</a:t>
            </a:r>
            <a:endParaRPr kumimoji="1"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26F570-5F63-EC49-AB27-125E6DC78E10}"/>
              </a:ext>
            </a:extLst>
          </p:cNvPr>
          <p:cNvSpPr/>
          <p:nvPr/>
        </p:nvSpPr>
        <p:spPr>
          <a:xfrm>
            <a:off x="463890" y="958030"/>
            <a:ext cx="680660" cy="1605169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사용자</a:t>
            </a:r>
            <a:endParaRPr kumimoji="1"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1" dirty="0" err="1">
                <a:solidFill>
                  <a:schemeClr val="tx1"/>
                </a:solidFill>
              </a:rPr>
              <a:t>니즈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236601-6CF0-8245-A657-7EF89B3893F8}"/>
              </a:ext>
            </a:extLst>
          </p:cNvPr>
          <p:cNvSpPr/>
          <p:nvPr/>
        </p:nvSpPr>
        <p:spPr>
          <a:xfrm>
            <a:off x="463890" y="2613600"/>
            <a:ext cx="680660" cy="3564000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기능</a:t>
            </a:r>
          </a:p>
        </p:txBody>
      </p:sp>
      <p:sp>
        <p:nvSpPr>
          <p:cNvPr id="17" name="오각형[P] 16">
            <a:extLst>
              <a:ext uri="{FF2B5EF4-FFF2-40B4-BE49-F238E27FC236}">
                <a16:creationId xmlns:a16="http://schemas.microsoft.com/office/drawing/2014/main" id="{795FD639-D8C2-794C-869A-CC41290A8F08}"/>
              </a:ext>
            </a:extLst>
          </p:cNvPr>
          <p:cNvSpPr/>
          <p:nvPr/>
        </p:nvSpPr>
        <p:spPr>
          <a:xfrm>
            <a:off x="3177158" y="511715"/>
            <a:ext cx="2040767" cy="435428"/>
          </a:xfrm>
          <a:prstGeom prst="homePlate">
            <a:avLst/>
          </a:prstGeom>
          <a:solidFill>
            <a:srgbClr val="007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회원가입</a:t>
            </a:r>
          </a:p>
        </p:txBody>
      </p:sp>
      <p:sp>
        <p:nvSpPr>
          <p:cNvPr id="18" name="오각형[P] 17">
            <a:extLst>
              <a:ext uri="{FF2B5EF4-FFF2-40B4-BE49-F238E27FC236}">
                <a16:creationId xmlns:a16="http://schemas.microsoft.com/office/drawing/2014/main" id="{51EB0CBE-3A4C-BA42-8B39-1CE6884EA897}"/>
              </a:ext>
            </a:extLst>
          </p:cNvPr>
          <p:cNvSpPr/>
          <p:nvPr/>
        </p:nvSpPr>
        <p:spPr>
          <a:xfrm>
            <a:off x="5226084" y="511715"/>
            <a:ext cx="2040767" cy="435428"/>
          </a:xfrm>
          <a:prstGeom prst="homePlate">
            <a:avLst/>
          </a:prstGeom>
          <a:solidFill>
            <a:srgbClr val="006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MBTI</a:t>
            </a:r>
            <a:r>
              <a:rPr kumimoji="1" lang="ko-KR" altLang="en-US" sz="1400" dirty="0"/>
              <a:t> 검사 여부 체크</a:t>
            </a:r>
          </a:p>
        </p:txBody>
      </p:sp>
      <p:sp>
        <p:nvSpPr>
          <p:cNvPr id="19" name="오각형[P] 18">
            <a:extLst>
              <a:ext uri="{FF2B5EF4-FFF2-40B4-BE49-F238E27FC236}">
                <a16:creationId xmlns:a16="http://schemas.microsoft.com/office/drawing/2014/main" id="{E4196714-304E-0249-8952-4FFF5BE200EF}"/>
              </a:ext>
            </a:extLst>
          </p:cNvPr>
          <p:cNvSpPr/>
          <p:nvPr/>
        </p:nvSpPr>
        <p:spPr>
          <a:xfrm>
            <a:off x="7266851" y="511715"/>
            <a:ext cx="2040767" cy="435428"/>
          </a:xfrm>
          <a:prstGeom prst="homePlate">
            <a:avLst/>
          </a:prstGeom>
          <a:solidFill>
            <a:srgbClr val="005A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20" name="오각형[P] 19">
            <a:extLst>
              <a:ext uri="{FF2B5EF4-FFF2-40B4-BE49-F238E27FC236}">
                <a16:creationId xmlns:a16="http://schemas.microsoft.com/office/drawing/2014/main" id="{B3836710-1FF5-DA4E-ADEF-CD3A0C4D8CFF}"/>
              </a:ext>
            </a:extLst>
          </p:cNvPr>
          <p:cNvSpPr/>
          <p:nvPr/>
        </p:nvSpPr>
        <p:spPr>
          <a:xfrm>
            <a:off x="9306403" y="511715"/>
            <a:ext cx="2040767" cy="435428"/>
          </a:xfrm>
          <a:prstGeom prst="homePlate">
            <a:avLst/>
          </a:prstGeom>
          <a:solidFill>
            <a:srgbClr val="004D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40EB6C1-36F9-8F46-874B-6A37BC05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318637"/>
              </p:ext>
            </p:extLst>
          </p:nvPr>
        </p:nvGraphicFramePr>
        <p:xfrm>
          <a:off x="1160868" y="947142"/>
          <a:ext cx="10186300" cy="5230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260">
                  <a:extLst>
                    <a:ext uri="{9D8B030D-6E8A-4147-A177-3AD203B41FA5}">
                      <a16:colId xmlns:a16="http://schemas.microsoft.com/office/drawing/2014/main" val="2805667810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929060074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398793983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3614470282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28095915"/>
                    </a:ext>
                  </a:extLst>
                </a:gridCol>
              </a:tblGrid>
              <a:tr h="16393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필수조건 반영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종교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정치적 성향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678088"/>
                  </a:ext>
                </a:extLst>
              </a:tr>
              <a:tr h="35911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간단 </a:t>
                      </a:r>
                      <a:r>
                        <a:rPr lang="en-US" altLang="ko-KR" sz="1100" dirty="0"/>
                        <a:t>MBTI </a:t>
                      </a:r>
                      <a:r>
                        <a:rPr lang="ko-KR" altLang="en-US" sz="1100" dirty="0"/>
                        <a:t>성향 검사 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당신은 이런 성향인데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, 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이런 성향의 사람들과 어울립니다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. 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매칭이 되고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싶으면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(</a:t>
                      </a:r>
                      <a:r>
                        <a:rPr lang="ko-KR" altLang="en-US" sz="1100" dirty="0" err="1">
                          <a:sym typeface="Wingdings" pitchFamily="2" charset="2"/>
                        </a:rPr>
                        <a:t>어그로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끄는 </a:t>
                      </a:r>
                      <a:r>
                        <a:rPr lang="ko-KR" altLang="en-US" sz="1100" dirty="0" err="1">
                          <a:sym typeface="Wingdings" pitchFamily="2" charset="2"/>
                        </a:rPr>
                        <a:t>멘트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)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회원가입하세요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>
                          <a:sym typeface="Wingdings" pitchFamily="2" charset="2"/>
                        </a:rPr>
                        <a:t>홍보용 웹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/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 dirty="0" err="1">
                          <a:sym typeface="Wingdings" pitchFamily="2" charset="2"/>
                        </a:rPr>
                        <a:t>어플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다운 후 검사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,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검사를 하셨다면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(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타 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MBTI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결과 입력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)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회원가입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,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 dirty="0" err="1">
                          <a:sym typeface="Wingdings" pitchFamily="2" charset="2"/>
                        </a:rPr>
                        <a:t>로그인으로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바로 진행</a:t>
                      </a:r>
                      <a:endParaRPr lang="en-US" altLang="ko-KR" sz="1100" dirty="0">
                        <a:sym typeface="Wingdings" pitchFamily="2" charset="2"/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 err="1"/>
                        <a:t>카톡</a:t>
                      </a:r>
                      <a:r>
                        <a:rPr lang="ko-KR" altLang="en-US" sz="1100" dirty="0"/>
                        <a:t> 공유하기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카톡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API?)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광고 없이 </a:t>
                      </a: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 웹에서는 광고가 있는데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 앱에서는 광고가 없습니다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광고가 있을 경우 하단에 작게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100" dirty="0"/>
                        <a:t>카카오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네이버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구글 연동 가입하기 </a:t>
                      </a:r>
                      <a:r>
                        <a:rPr lang="en-US" altLang="ko-KR" sz="1100" dirty="0"/>
                        <a:t>+</a:t>
                      </a:r>
                      <a:r>
                        <a:rPr lang="ko-KR" altLang="en-US" sz="1100" dirty="0"/>
                        <a:t> 새로 만들기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핸드폰 본인인증</a:t>
                      </a:r>
                      <a:r>
                        <a:rPr lang="en-US" altLang="ko-KR" sz="1100" dirty="0"/>
                        <a:t> - </a:t>
                      </a:r>
                      <a:r>
                        <a:rPr lang="ko-KR" altLang="en-US" sz="1100" dirty="0"/>
                        <a:t>유료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간단한 인증 절차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성별 확인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사람관리필요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관리자 실명 보기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100" dirty="0"/>
                        <a:t>MBTI</a:t>
                      </a:r>
                      <a:r>
                        <a:rPr lang="ko-KR" altLang="en-US" sz="1100" dirty="0" err="1"/>
                        <a:t>를</a:t>
                      </a:r>
                      <a:r>
                        <a:rPr lang="ko-KR" altLang="en-US" sz="1100" dirty="0"/>
                        <a:t> 안 했을 경우 </a:t>
                      </a:r>
                      <a:r>
                        <a:rPr lang="en-US" altLang="ko-KR" sz="1100" dirty="0"/>
                        <a:t>:</a:t>
                      </a:r>
                      <a:r>
                        <a:rPr lang="ko-KR" altLang="en-US" sz="1100" dirty="0"/>
                        <a:t> 아직 검사를 하지 안하셨군요</a:t>
                      </a:r>
                      <a:r>
                        <a:rPr lang="en-US" altLang="ko-KR" sz="1100" dirty="0"/>
                        <a:t>!</a:t>
                      </a:r>
                      <a:r>
                        <a:rPr lang="ko-KR" altLang="en-US" sz="1100" dirty="0"/>
                        <a:t> 추천을 받으려면 </a:t>
                      </a:r>
                      <a:r>
                        <a:rPr lang="en-US" altLang="ko-KR" sz="1100" dirty="0"/>
                        <a:t>–</a:t>
                      </a:r>
                      <a:r>
                        <a:rPr lang="ko-KR" altLang="en-US" sz="1100" dirty="0"/>
                        <a:t> 검사를 해야 다음으로 넘어감</a:t>
                      </a:r>
                      <a:endParaRPr lang="en-US" altLang="ko-KR" sz="11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100" dirty="0"/>
                        <a:t>이미 검사했을 경우 </a:t>
                      </a:r>
                      <a:r>
                        <a:rPr lang="en-US" altLang="ko-KR" sz="1100" dirty="0"/>
                        <a:t>: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미리보기</a:t>
                      </a:r>
                      <a:r>
                        <a:rPr lang="ko-KR" altLang="en-US" sz="1100" dirty="0"/>
                        <a:t> 결과 코드 입력 또는 타 </a:t>
                      </a:r>
                      <a:r>
                        <a:rPr lang="en-US" altLang="ko-KR" sz="1100" dirty="0"/>
                        <a:t>MBTI</a:t>
                      </a:r>
                      <a:r>
                        <a:rPr lang="ko-KR" altLang="en-US" sz="1100" dirty="0"/>
                        <a:t> 결과 입력 후 건너뛰기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en-US" altLang="ko-KR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90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548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B08F338-7278-7649-AC09-E5DB14DC1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8886"/>
          <a:stretch/>
        </p:blipFill>
        <p:spPr>
          <a:xfrm>
            <a:off x="497709" y="875225"/>
            <a:ext cx="3743092" cy="4351338"/>
          </a:xfrm>
        </p:spPr>
      </p:pic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7D4C1690-7176-864A-B095-E25D3CD520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96"/>
          <a:stretch/>
        </p:blipFill>
        <p:spPr>
          <a:xfrm>
            <a:off x="7920000" y="875225"/>
            <a:ext cx="3573891" cy="435133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6BA4184-B43D-B64C-851D-69B5D94CE42F}"/>
              </a:ext>
            </a:extLst>
          </p:cNvPr>
          <p:cNvCxnSpPr>
            <a:cxnSpLocks/>
          </p:cNvCxnSpPr>
          <p:nvPr/>
        </p:nvCxnSpPr>
        <p:spPr>
          <a:xfrm flipV="1">
            <a:off x="3837600" y="2061744"/>
            <a:ext cx="4276800" cy="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89899FB-8A0D-0F47-9EA9-3E7BFD15ACEA}"/>
              </a:ext>
            </a:extLst>
          </p:cNvPr>
          <p:cNvCxnSpPr>
            <a:cxnSpLocks/>
          </p:cNvCxnSpPr>
          <p:nvPr/>
        </p:nvCxnSpPr>
        <p:spPr>
          <a:xfrm>
            <a:off x="3196800" y="4017602"/>
            <a:ext cx="4917600" cy="1007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FB9826-838D-F34C-A3CE-8CD103AFBA5A}"/>
              </a:ext>
            </a:extLst>
          </p:cNvPr>
          <p:cNvSpPr/>
          <p:nvPr/>
        </p:nvSpPr>
        <p:spPr>
          <a:xfrm>
            <a:off x="7920000" y="4802400"/>
            <a:ext cx="1656000" cy="140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 err="1"/>
              <a:t>미입력</a:t>
            </a:r>
            <a:r>
              <a:rPr kumimoji="1" lang="ko-KR" altLang="en-US" sz="1400" dirty="0"/>
              <a:t> 시 </a:t>
            </a:r>
            <a:endParaRPr kumimoji="1" lang="en-US" altLang="ko-KR" sz="1400" dirty="0"/>
          </a:p>
          <a:p>
            <a:pPr algn="ctr"/>
            <a:r>
              <a:rPr kumimoji="1" lang="ko-KR" altLang="en-US" sz="1400" dirty="0"/>
              <a:t>기능 제한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BB5AC9-5783-A74D-A26A-D40A3438A7D6}"/>
              </a:ext>
            </a:extLst>
          </p:cNvPr>
          <p:cNvSpPr/>
          <p:nvPr/>
        </p:nvSpPr>
        <p:spPr>
          <a:xfrm>
            <a:off x="4914000" y="772094"/>
            <a:ext cx="1929600" cy="4557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회원가입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(</a:t>
            </a:r>
            <a:r>
              <a:rPr kumimoji="1" lang="ko-KR" altLang="en-US" dirty="0"/>
              <a:t>기본 인적사항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9738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오각형[P] 3">
            <a:extLst>
              <a:ext uri="{FF2B5EF4-FFF2-40B4-BE49-F238E27FC236}">
                <a16:creationId xmlns:a16="http://schemas.microsoft.com/office/drawing/2014/main" id="{5C9218E8-D722-DD4B-896D-D5C0D50A7A24}"/>
              </a:ext>
            </a:extLst>
          </p:cNvPr>
          <p:cNvSpPr/>
          <p:nvPr/>
        </p:nvSpPr>
        <p:spPr>
          <a:xfrm>
            <a:off x="1144550" y="533315"/>
            <a:ext cx="2040767" cy="435428"/>
          </a:xfrm>
          <a:prstGeom prst="homePlate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26F570-5F63-EC49-AB27-125E6DC78E10}"/>
              </a:ext>
            </a:extLst>
          </p:cNvPr>
          <p:cNvSpPr/>
          <p:nvPr/>
        </p:nvSpPr>
        <p:spPr>
          <a:xfrm>
            <a:off x="463890" y="979630"/>
            <a:ext cx="680660" cy="1605169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사용자</a:t>
            </a:r>
            <a:endParaRPr kumimoji="1"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1" dirty="0" err="1">
                <a:solidFill>
                  <a:schemeClr val="tx1"/>
                </a:solidFill>
              </a:rPr>
              <a:t>니즈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236601-6CF0-8245-A657-7EF89B3893F8}"/>
              </a:ext>
            </a:extLst>
          </p:cNvPr>
          <p:cNvSpPr/>
          <p:nvPr/>
        </p:nvSpPr>
        <p:spPr>
          <a:xfrm>
            <a:off x="463890" y="2635200"/>
            <a:ext cx="680660" cy="3564000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기능</a:t>
            </a:r>
          </a:p>
        </p:txBody>
      </p:sp>
      <p:sp>
        <p:nvSpPr>
          <p:cNvPr id="17" name="오각형[P] 16">
            <a:extLst>
              <a:ext uri="{FF2B5EF4-FFF2-40B4-BE49-F238E27FC236}">
                <a16:creationId xmlns:a16="http://schemas.microsoft.com/office/drawing/2014/main" id="{795FD639-D8C2-794C-869A-CC41290A8F08}"/>
              </a:ext>
            </a:extLst>
          </p:cNvPr>
          <p:cNvSpPr/>
          <p:nvPr/>
        </p:nvSpPr>
        <p:spPr>
          <a:xfrm>
            <a:off x="3177158" y="533315"/>
            <a:ext cx="2040767" cy="435428"/>
          </a:xfrm>
          <a:prstGeom prst="homePlate">
            <a:avLst/>
          </a:prstGeom>
          <a:solidFill>
            <a:srgbClr val="007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18" name="오각형[P] 17">
            <a:extLst>
              <a:ext uri="{FF2B5EF4-FFF2-40B4-BE49-F238E27FC236}">
                <a16:creationId xmlns:a16="http://schemas.microsoft.com/office/drawing/2014/main" id="{51EB0CBE-3A4C-BA42-8B39-1CE6884EA897}"/>
              </a:ext>
            </a:extLst>
          </p:cNvPr>
          <p:cNvSpPr/>
          <p:nvPr/>
        </p:nvSpPr>
        <p:spPr>
          <a:xfrm>
            <a:off x="5226084" y="533315"/>
            <a:ext cx="2040767" cy="435428"/>
          </a:xfrm>
          <a:prstGeom prst="homePlate">
            <a:avLst/>
          </a:prstGeom>
          <a:solidFill>
            <a:srgbClr val="006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연인 추천</a:t>
            </a:r>
          </a:p>
        </p:txBody>
      </p:sp>
      <p:sp>
        <p:nvSpPr>
          <p:cNvPr id="19" name="오각형[P] 18">
            <a:extLst>
              <a:ext uri="{FF2B5EF4-FFF2-40B4-BE49-F238E27FC236}">
                <a16:creationId xmlns:a16="http://schemas.microsoft.com/office/drawing/2014/main" id="{E4196714-304E-0249-8952-4FFF5BE200EF}"/>
              </a:ext>
            </a:extLst>
          </p:cNvPr>
          <p:cNvSpPr/>
          <p:nvPr/>
        </p:nvSpPr>
        <p:spPr>
          <a:xfrm>
            <a:off x="7266851" y="533315"/>
            <a:ext cx="2040767" cy="435428"/>
          </a:xfrm>
          <a:prstGeom prst="homePlate">
            <a:avLst/>
          </a:prstGeom>
          <a:solidFill>
            <a:srgbClr val="005A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채팅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대화</a:t>
            </a:r>
          </a:p>
        </p:txBody>
      </p:sp>
      <p:sp>
        <p:nvSpPr>
          <p:cNvPr id="20" name="오각형[P] 19">
            <a:extLst>
              <a:ext uri="{FF2B5EF4-FFF2-40B4-BE49-F238E27FC236}">
                <a16:creationId xmlns:a16="http://schemas.microsoft.com/office/drawing/2014/main" id="{B3836710-1FF5-DA4E-ADEF-CD3A0C4D8CFF}"/>
              </a:ext>
            </a:extLst>
          </p:cNvPr>
          <p:cNvSpPr/>
          <p:nvPr/>
        </p:nvSpPr>
        <p:spPr>
          <a:xfrm>
            <a:off x="9306403" y="533315"/>
            <a:ext cx="2040767" cy="435428"/>
          </a:xfrm>
          <a:prstGeom prst="homePlate">
            <a:avLst/>
          </a:prstGeom>
          <a:solidFill>
            <a:srgbClr val="004D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40EB6C1-36F9-8F46-874B-6A37BC05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050070"/>
              </p:ext>
            </p:extLst>
          </p:nvPr>
        </p:nvGraphicFramePr>
        <p:xfrm>
          <a:off x="1160868" y="968742"/>
          <a:ext cx="10186300" cy="5230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260">
                  <a:extLst>
                    <a:ext uri="{9D8B030D-6E8A-4147-A177-3AD203B41FA5}">
                      <a16:colId xmlns:a16="http://schemas.microsoft.com/office/drawing/2014/main" val="2805667810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929060074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398793983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3614470282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28095915"/>
                    </a:ext>
                  </a:extLst>
                </a:gridCol>
              </a:tblGrid>
              <a:tr h="16393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678088"/>
                  </a:ext>
                </a:extLst>
              </a:tr>
              <a:tr h="35911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ko-KR" altLang="en-US" sz="1100" dirty="0"/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아는 사람 피하는 기능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특정 지역 범위로 추천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 err="1"/>
                        <a:t>관심친구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찜하기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100" dirty="0"/>
                        <a:t>MBTI(</a:t>
                      </a:r>
                      <a:r>
                        <a:rPr lang="ko-KR" altLang="en-US" sz="1100" dirty="0"/>
                        <a:t>개인적인 특색으로 추천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소개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메시지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쪽지</a:t>
                      </a:r>
                      <a:r>
                        <a:rPr lang="en-US" altLang="ko-KR" sz="1100" dirty="0"/>
                        <a:t>)</a:t>
                      </a:r>
                      <a:r>
                        <a:rPr lang="ko-KR" altLang="en-US" sz="1100" dirty="0"/>
                        <a:t> 보내기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질문 리스트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 err="1"/>
                        <a:t>채팅방</a:t>
                      </a:r>
                      <a:r>
                        <a:rPr lang="ko-KR" altLang="en-US" sz="1100" dirty="0"/>
                        <a:t> 개설 시 대화 소재 제공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사진 전송 금지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프로필 사진만 열람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상대방 목소리 짧게 듣기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일회성</a:t>
                      </a:r>
                      <a:r>
                        <a:rPr lang="en-US" altLang="ko-KR" sz="1100" dirty="0"/>
                        <a:t>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–</a:t>
                      </a:r>
                      <a:r>
                        <a:rPr lang="ko-KR" altLang="en-US" sz="1100" dirty="0"/>
                        <a:t> 관련 법규 확인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 err="1"/>
                        <a:t>보이스톡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화상 통화</a:t>
                      </a:r>
                      <a:endParaRPr lang="en-US" altLang="ko-KR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90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578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225</Words>
  <Application>Microsoft Macintosh PowerPoint</Application>
  <PresentationFormat>와이드스크린</PresentationFormat>
  <Paragraphs>40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프리엔드/다소니 사용자 시나리오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프리엔드/다소니 사용자 시나리오</dc:title>
  <dc:creator>이명준</dc:creator>
  <cp:lastModifiedBy>이명준</cp:lastModifiedBy>
  <cp:revision>9</cp:revision>
  <dcterms:created xsi:type="dcterms:W3CDTF">2021-04-26T09:04:15Z</dcterms:created>
  <dcterms:modified xsi:type="dcterms:W3CDTF">2021-04-26T14:08:40Z</dcterms:modified>
</cp:coreProperties>
</file>